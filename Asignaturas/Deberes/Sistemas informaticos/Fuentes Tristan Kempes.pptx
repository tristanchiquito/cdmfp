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1604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125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7888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1858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97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500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1188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2610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6093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401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3530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255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1385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8154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91306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12953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5249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8EB7A15-7A3C-4266-8A80-06515CD99B06}" type="datetimeFigureOut">
              <a:rPr lang="es-ES" smtClean="0"/>
              <a:t>17/10/2023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C8E2FE-783A-4332-95D3-7FD89D19D9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4896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994893-3E36-4EFE-B4B9-1A8CD7C6F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1998140"/>
            <a:ext cx="9440034" cy="1828801"/>
          </a:xfrm>
        </p:spPr>
        <p:txBody>
          <a:bodyPr/>
          <a:lstStyle/>
          <a:p>
            <a:r>
              <a:rPr lang="es-ES" dirty="0"/>
              <a:t>FUENTES DE ALIMENATCION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C5E8BE-A169-45AD-B29E-BA7A4B125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97057" y="6428584"/>
            <a:ext cx="3394943" cy="425021"/>
          </a:xfrm>
        </p:spPr>
        <p:txBody>
          <a:bodyPr/>
          <a:lstStyle/>
          <a:p>
            <a:r>
              <a:rPr lang="es-ES" dirty="0"/>
              <a:t>TRISTAN KEMPES ARES</a:t>
            </a:r>
          </a:p>
        </p:txBody>
      </p:sp>
    </p:spTree>
    <p:extLst>
      <p:ext uri="{BB962C8B-B14F-4D97-AF65-F5344CB8AC3E}">
        <p14:creationId xmlns:p14="http://schemas.microsoft.com/office/powerpoint/2010/main" val="1247824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7991C-0930-466F-9D00-31CDD134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DEDCDD-E722-4821-AB99-C2939DF15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73041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2</TotalTime>
  <Words>7</Words>
  <Application>Microsoft Office PowerPoint</Application>
  <PresentationFormat>Panorámica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Calisto MT</vt:lpstr>
      <vt:lpstr>Trebuchet MS</vt:lpstr>
      <vt:lpstr>Wingdings 2</vt:lpstr>
      <vt:lpstr>Pizarra</vt:lpstr>
      <vt:lpstr>FUENTES DE ALIMENATCION</vt:lpstr>
      <vt:lpstr>INDICE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FUENTES DE ALIMENATCION</dc:title>
  <dc:creator>FP</dc:creator>
  <cp:lastModifiedBy>FP</cp:lastModifiedBy>
  <cp:revision>5</cp:revision>
  <dcterms:created xsi:type="dcterms:W3CDTF">2023-10-17T06:38:52Z</dcterms:created>
  <dcterms:modified xsi:type="dcterms:W3CDTF">2023-10-17T06:40:54Z</dcterms:modified>
</cp:coreProperties>
</file>